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0A0"/>
    <a:srgbClr val="FF4141"/>
    <a:srgbClr val="FF1919"/>
    <a:srgbClr val="FF1414"/>
    <a:srgbClr val="FF3C3C"/>
    <a:srgbClr val="FF3C46"/>
    <a:srgbClr val="FF9696"/>
    <a:srgbClr val="FF1E1E"/>
    <a:srgbClr val="FF4646"/>
    <a:srgbClr val="FF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B2A73-CA5E-0333-96C0-ADBE174C06AA}" v="449" dt="2025-12-07T17:08:01.917"/>
    <p1510:client id="{12F4EA54-DB9D-9638-474C-9D9B5A6DFEB8}" v="8" dt="2025-12-08T03:16:04.803"/>
    <p1510:client id="{40EB702C-85EA-43CD-5A40-53DFB50D4928}" v="555" dt="2025-12-07T18:51:46.525"/>
    <p1510:client id="{76C0D20E-51F9-355C-CBFC-FD68AA919719}" v="19" dt="2025-12-07T19:09:23.775"/>
    <p1510:client id="{E1CAB087-F0A2-771A-95E5-829232929484}" v="181" dt="2025-12-07T17:58:12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74045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80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7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6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0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74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4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84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1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34187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21490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9787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7774-logo-youtube-free-clipart-hq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7774-logo-youtube-free-clipart-hq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2EB3B0-86A6-946F-2B0A-A80D2DC3B806}"/>
              </a:ext>
            </a:extLst>
          </p:cNvPr>
          <p:cNvSpPr/>
          <p:nvPr/>
        </p:nvSpPr>
        <p:spPr>
          <a:xfrm>
            <a:off x="0" y="0"/>
            <a:ext cx="12191999" cy="6850601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4E164E-33E2-02DC-8894-1226B2B68E73}"/>
              </a:ext>
            </a:extLst>
          </p:cNvPr>
          <p:cNvSpPr/>
          <p:nvPr/>
        </p:nvSpPr>
        <p:spPr>
          <a:xfrm>
            <a:off x="-12192000" y="1560989"/>
            <a:ext cx="12191999" cy="3743417"/>
          </a:xfrm>
          <a:prstGeom prst="ellipse">
            <a:avLst/>
          </a:prstGeom>
          <a:solidFill>
            <a:srgbClr val="FF7878"/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0" name="Flowchart: Connector 2669">
            <a:extLst>
              <a:ext uri="{FF2B5EF4-FFF2-40B4-BE49-F238E27FC236}">
                <a16:creationId xmlns:a16="http://schemas.microsoft.com/office/drawing/2014/main" id="{B5DD4426-89E9-96A4-E1FF-D6421F640CD1}"/>
              </a:ext>
            </a:extLst>
          </p:cNvPr>
          <p:cNvSpPr/>
          <p:nvPr/>
        </p:nvSpPr>
        <p:spPr>
          <a:xfrm>
            <a:off x="12192000" y="-324"/>
            <a:ext cx="7849492" cy="6850497"/>
          </a:xfrm>
          <a:prstGeom prst="flowChartConnector">
            <a:avLst/>
          </a:prstGeom>
          <a:solidFill>
            <a:srgbClr val="FF5A5A"/>
          </a:solidFill>
          <a:ln>
            <a:noFill/>
          </a:ln>
          <a:effectLst>
            <a:outerShdw blurRad="393700" dist="215900" dir="5400000">
              <a:srgbClr val="171717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red and white play button&#10;&#10;AI-generated content may be incorrect.">
            <a:extLst>
              <a:ext uri="{FF2B5EF4-FFF2-40B4-BE49-F238E27FC236}">
                <a16:creationId xmlns:a16="http://schemas.microsoft.com/office/drawing/2014/main" id="{5D7BB59F-7294-822A-AA65-98CC3FA54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14557" y="-4823534"/>
            <a:ext cx="9570936" cy="53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AC57-12B3-C946-6E45-3B10C505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58E6FD-A74B-FF8A-B4A0-BD185357267A}"/>
              </a:ext>
            </a:extLst>
          </p:cNvPr>
          <p:cNvSpPr/>
          <p:nvPr/>
        </p:nvSpPr>
        <p:spPr>
          <a:xfrm>
            <a:off x="0" y="0"/>
            <a:ext cx="12191999" cy="6850601"/>
          </a:xfrm>
          <a:prstGeom prst="rect">
            <a:avLst/>
          </a:prstGeom>
          <a:solidFill>
            <a:srgbClr val="FFC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381D3E-4A95-217B-D0D8-1FD086E7B0F4}"/>
              </a:ext>
            </a:extLst>
          </p:cNvPr>
          <p:cNvSpPr/>
          <p:nvPr/>
        </p:nvSpPr>
        <p:spPr>
          <a:xfrm>
            <a:off x="0" y="1509203"/>
            <a:ext cx="12191999" cy="3743417"/>
          </a:xfrm>
          <a:prstGeom prst="ellipse">
            <a:avLst/>
          </a:prstGeom>
          <a:solidFill>
            <a:srgbClr val="FF7878"/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0" name="Flowchart: Connector 2669">
            <a:extLst>
              <a:ext uri="{FF2B5EF4-FFF2-40B4-BE49-F238E27FC236}">
                <a16:creationId xmlns:a16="http://schemas.microsoft.com/office/drawing/2014/main" id="{AC520916-E2E0-4443-8918-BFC9B388EC87}"/>
              </a:ext>
            </a:extLst>
          </p:cNvPr>
          <p:cNvSpPr/>
          <p:nvPr/>
        </p:nvSpPr>
        <p:spPr>
          <a:xfrm>
            <a:off x="2172303" y="-324"/>
            <a:ext cx="7849492" cy="6850497"/>
          </a:xfrm>
          <a:prstGeom prst="flowChartConnector">
            <a:avLst/>
          </a:prstGeom>
          <a:solidFill>
            <a:srgbClr val="FF5A5A"/>
          </a:solidFill>
          <a:ln>
            <a:noFill/>
          </a:ln>
          <a:effectLst>
            <a:outerShdw blurRad="393700" dist="215900" dir="5400000">
              <a:srgbClr val="171717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red and white play button&#10;&#10;AI-generated content may be incorrect.">
            <a:extLst>
              <a:ext uri="{FF2B5EF4-FFF2-40B4-BE49-F238E27FC236}">
                <a16:creationId xmlns:a16="http://schemas.microsoft.com/office/drawing/2014/main" id="{2852A3C5-583E-343E-41DC-5501C76AB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14557" y="749071"/>
            <a:ext cx="9570936" cy="536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0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C982-FA23-2551-285A-C8F44B4D7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8985CF-ABAF-B550-FBE1-2FF4BEEB46C1}"/>
              </a:ext>
            </a:extLst>
          </p:cNvPr>
          <p:cNvSpPr/>
          <p:nvPr/>
        </p:nvSpPr>
        <p:spPr>
          <a:xfrm>
            <a:off x="-3943164" y="15551"/>
            <a:ext cx="12145346" cy="6842448"/>
          </a:xfrm>
          <a:prstGeom prst="rect">
            <a:avLst/>
          </a:prstGeom>
          <a:solidFill>
            <a:srgbClr val="FFDCD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3" name="Flowchart: Connector 2662">
            <a:extLst>
              <a:ext uri="{FF2B5EF4-FFF2-40B4-BE49-F238E27FC236}">
                <a16:creationId xmlns:a16="http://schemas.microsoft.com/office/drawing/2014/main" id="{56E13611-D46A-D7BD-4139-6BF026335AD5}"/>
              </a:ext>
            </a:extLst>
          </p:cNvPr>
          <p:cNvSpPr/>
          <p:nvPr/>
        </p:nvSpPr>
        <p:spPr>
          <a:xfrm>
            <a:off x="-3943164" y="-621436"/>
            <a:ext cx="7886330" cy="8093475"/>
          </a:xfrm>
          <a:prstGeom prst="flowChartConnector">
            <a:avLst/>
          </a:prstGeom>
          <a:solidFill>
            <a:srgbClr val="FF0000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4" name="Flowchart: Connector 2663">
            <a:extLst>
              <a:ext uri="{FF2B5EF4-FFF2-40B4-BE49-F238E27FC236}">
                <a16:creationId xmlns:a16="http://schemas.microsoft.com/office/drawing/2014/main" id="{4818CDCE-561A-B4FA-F53D-DFDC99BC906A}"/>
              </a:ext>
            </a:extLst>
          </p:cNvPr>
          <p:cNvSpPr/>
          <p:nvPr/>
        </p:nvSpPr>
        <p:spPr>
          <a:xfrm>
            <a:off x="-3943164" y="-621435"/>
            <a:ext cx="7886330" cy="8093475"/>
          </a:xfrm>
          <a:prstGeom prst="flowChartConnector">
            <a:avLst/>
          </a:prstGeom>
          <a:solidFill>
            <a:srgbClr val="FF1E1E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5" name="Flowchart: Connector 2664">
            <a:extLst>
              <a:ext uri="{FF2B5EF4-FFF2-40B4-BE49-F238E27FC236}">
                <a16:creationId xmlns:a16="http://schemas.microsoft.com/office/drawing/2014/main" id="{18529326-36DB-EB37-7B3A-D8F6AA106F80}"/>
              </a:ext>
            </a:extLst>
          </p:cNvPr>
          <p:cNvSpPr/>
          <p:nvPr/>
        </p:nvSpPr>
        <p:spPr>
          <a:xfrm>
            <a:off x="-3943164" y="-621435"/>
            <a:ext cx="7886330" cy="8093475"/>
          </a:xfrm>
          <a:prstGeom prst="flowChartConnector">
            <a:avLst/>
          </a:prstGeom>
          <a:solidFill>
            <a:srgbClr val="FF3C3C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6" name="Flowchart: Connector 2665">
            <a:extLst>
              <a:ext uri="{FF2B5EF4-FFF2-40B4-BE49-F238E27FC236}">
                <a16:creationId xmlns:a16="http://schemas.microsoft.com/office/drawing/2014/main" id="{58CA8F5F-58C8-4C1E-7617-9F9C9CADEE4E}"/>
              </a:ext>
            </a:extLst>
          </p:cNvPr>
          <p:cNvSpPr/>
          <p:nvPr/>
        </p:nvSpPr>
        <p:spPr>
          <a:xfrm>
            <a:off x="-3943164" y="-591843"/>
            <a:ext cx="7886330" cy="8093475"/>
          </a:xfrm>
          <a:prstGeom prst="flowChartConnector">
            <a:avLst/>
          </a:prstGeom>
          <a:solidFill>
            <a:srgbClr val="FF5A5A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7" name="Flowchart: Connector 2666">
            <a:extLst>
              <a:ext uri="{FF2B5EF4-FFF2-40B4-BE49-F238E27FC236}">
                <a16:creationId xmlns:a16="http://schemas.microsoft.com/office/drawing/2014/main" id="{CF638C0A-B74D-74E5-9974-2952E3FF8917}"/>
              </a:ext>
            </a:extLst>
          </p:cNvPr>
          <p:cNvSpPr/>
          <p:nvPr/>
        </p:nvSpPr>
        <p:spPr>
          <a:xfrm>
            <a:off x="-3943164" y="-591844"/>
            <a:ext cx="7886330" cy="8093475"/>
          </a:xfrm>
          <a:prstGeom prst="flowChartConnector">
            <a:avLst/>
          </a:prstGeom>
          <a:solidFill>
            <a:srgbClr val="FF7878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8" name="Flowchart: Connector 2667">
            <a:extLst>
              <a:ext uri="{FF2B5EF4-FFF2-40B4-BE49-F238E27FC236}">
                <a16:creationId xmlns:a16="http://schemas.microsoft.com/office/drawing/2014/main" id="{CE2A0775-0B34-CF37-7353-15D4AEC19F04}"/>
              </a:ext>
            </a:extLst>
          </p:cNvPr>
          <p:cNvSpPr/>
          <p:nvPr/>
        </p:nvSpPr>
        <p:spPr>
          <a:xfrm>
            <a:off x="-3943164" y="-591845"/>
            <a:ext cx="7886330" cy="8071281"/>
          </a:xfrm>
          <a:prstGeom prst="flowChartConnector">
            <a:avLst/>
          </a:prstGeom>
          <a:solidFill>
            <a:srgbClr val="FF8C8C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0" name="Flowchart: Connector 2669">
            <a:extLst>
              <a:ext uri="{FF2B5EF4-FFF2-40B4-BE49-F238E27FC236}">
                <a16:creationId xmlns:a16="http://schemas.microsoft.com/office/drawing/2014/main" id="{C2D5E334-46EB-8AB4-662F-66506C1590AE}"/>
              </a:ext>
            </a:extLst>
          </p:cNvPr>
          <p:cNvSpPr/>
          <p:nvPr/>
        </p:nvSpPr>
        <p:spPr>
          <a:xfrm>
            <a:off x="-3943164" y="-599242"/>
            <a:ext cx="7886330" cy="8078679"/>
          </a:xfrm>
          <a:prstGeom prst="flowChartConnector">
            <a:avLst/>
          </a:prstGeom>
          <a:solidFill>
            <a:srgbClr val="FF9B9B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87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47F4D-ABD2-33AB-C5B6-CD540FA3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7F763-E8CE-3ADF-D417-37DD7FDCB737}"/>
              </a:ext>
            </a:extLst>
          </p:cNvPr>
          <p:cNvSpPr/>
          <p:nvPr/>
        </p:nvSpPr>
        <p:spPr>
          <a:xfrm>
            <a:off x="0" y="15551"/>
            <a:ext cx="12145346" cy="6842448"/>
          </a:xfrm>
          <a:prstGeom prst="rect">
            <a:avLst/>
          </a:prstGeom>
          <a:solidFill>
            <a:srgbClr val="FFDCD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3" name="Flowchart: Connector 2662">
            <a:extLst>
              <a:ext uri="{FF2B5EF4-FFF2-40B4-BE49-F238E27FC236}">
                <a16:creationId xmlns:a16="http://schemas.microsoft.com/office/drawing/2014/main" id="{CCCA2D36-9540-8366-1003-D79757CBCDB2}"/>
              </a:ext>
            </a:extLst>
          </p:cNvPr>
          <p:cNvSpPr/>
          <p:nvPr/>
        </p:nvSpPr>
        <p:spPr>
          <a:xfrm>
            <a:off x="4305670" y="-621436"/>
            <a:ext cx="7886330" cy="8093475"/>
          </a:xfrm>
          <a:prstGeom prst="flowChartConnector">
            <a:avLst/>
          </a:prstGeom>
          <a:solidFill>
            <a:srgbClr val="FF0000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4" name="Flowchart: Connector 2663">
            <a:extLst>
              <a:ext uri="{FF2B5EF4-FFF2-40B4-BE49-F238E27FC236}">
                <a16:creationId xmlns:a16="http://schemas.microsoft.com/office/drawing/2014/main" id="{0EC662EC-9FA8-5A78-7200-5C77102C300B}"/>
              </a:ext>
            </a:extLst>
          </p:cNvPr>
          <p:cNvSpPr/>
          <p:nvPr/>
        </p:nvSpPr>
        <p:spPr>
          <a:xfrm>
            <a:off x="3151573" y="-621435"/>
            <a:ext cx="7886330" cy="8093475"/>
          </a:xfrm>
          <a:prstGeom prst="flowChartConnector">
            <a:avLst/>
          </a:prstGeom>
          <a:solidFill>
            <a:srgbClr val="FF1E1E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5" name="Flowchart: Connector 2664">
            <a:extLst>
              <a:ext uri="{FF2B5EF4-FFF2-40B4-BE49-F238E27FC236}">
                <a16:creationId xmlns:a16="http://schemas.microsoft.com/office/drawing/2014/main" id="{68D9BF2D-6EE5-8E31-A721-EE2146E9F534}"/>
              </a:ext>
            </a:extLst>
          </p:cNvPr>
          <p:cNvSpPr/>
          <p:nvPr/>
        </p:nvSpPr>
        <p:spPr>
          <a:xfrm>
            <a:off x="1812524" y="-621435"/>
            <a:ext cx="7886330" cy="8093475"/>
          </a:xfrm>
          <a:prstGeom prst="flowChartConnector">
            <a:avLst/>
          </a:prstGeom>
          <a:solidFill>
            <a:srgbClr val="FF3C3C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6" name="Flowchart: Connector 2665">
            <a:extLst>
              <a:ext uri="{FF2B5EF4-FFF2-40B4-BE49-F238E27FC236}">
                <a16:creationId xmlns:a16="http://schemas.microsoft.com/office/drawing/2014/main" id="{617D4E91-A8BF-F9DC-CEC1-37B58E0A3021}"/>
              </a:ext>
            </a:extLst>
          </p:cNvPr>
          <p:cNvSpPr/>
          <p:nvPr/>
        </p:nvSpPr>
        <p:spPr>
          <a:xfrm>
            <a:off x="495670" y="-591843"/>
            <a:ext cx="7886330" cy="8093475"/>
          </a:xfrm>
          <a:prstGeom prst="flowChartConnector">
            <a:avLst/>
          </a:prstGeom>
          <a:solidFill>
            <a:srgbClr val="FF5A5A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7" name="Flowchart: Connector 2666">
            <a:extLst>
              <a:ext uri="{FF2B5EF4-FFF2-40B4-BE49-F238E27FC236}">
                <a16:creationId xmlns:a16="http://schemas.microsoft.com/office/drawing/2014/main" id="{3E653B67-76C5-A233-B0DB-168CF35D8FE8}"/>
              </a:ext>
            </a:extLst>
          </p:cNvPr>
          <p:cNvSpPr/>
          <p:nvPr/>
        </p:nvSpPr>
        <p:spPr>
          <a:xfrm>
            <a:off x="-895165" y="-591844"/>
            <a:ext cx="7886330" cy="8093475"/>
          </a:xfrm>
          <a:prstGeom prst="flowChartConnector">
            <a:avLst/>
          </a:prstGeom>
          <a:solidFill>
            <a:srgbClr val="FF7878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8" name="Flowchart: Connector 2667">
            <a:extLst>
              <a:ext uri="{FF2B5EF4-FFF2-40B4-BE49-F238E27FC236}">
                <a16:creationId xmlns:a16="http://schemas.microsoft.com/office/drawing/2014/main" id="{7B01965B-7007-D79D-C7E2-E58CD23ECFF9}"/>
              </a:ext>
            </a:extLst>
          </p:cNvPr>
          <p:cNvSpPr/>
          <p:nvPr/>
        </p:nvSpPr>
        <p:spPr>
          <a:xfrm>
            <a:off x="-2278602" y="-591845"/>
            <a:ext cx="7886330" cy="8071281"/>
          </a:xfrm>
          <a:prstGeom prst="flowChartConnector">
            <a:avLst/>
          </a:prstGeom>
          <a:solidFill>
            <a:srgbClr val="FF8C8C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0" name="Flowchart: Connector 2669">
            <a:extLst>
              <a:ext uri="{FF2B5EF4-FFF2-40B4-BE49-F238E27FC236}">
                <a16:creationId xmlns:a16="http://schemas.microsoft.com/office/drawing/2014/main" id="{039E0C2B-67AC-1431-9E87-0476FBDC2CD4}"/>
              </a:ext>
            </a:extLst>
          </p:cNvPr>
          <p:cNvSpPr/>
          <p:nvPr/>
        </p:nvSpPr>
        <p:spPr>
          <a:xfrm>
            <a:off x="-3586483" y="-577625"/>
            <a:ext cx="7886330" cy="8078679"/>
          </a:xfrm>
          <a:prstGeom prst="flowChartConnector">
            <a:avLst/>
          </a:prstGeom>
          <a:solidFill>
            <a:srgbClr val="FF9B9B"/>
          </a:solidFill>
          <a:ln>
            <a:noFill/>
          </a:ln>
          <a:effectLst>
            <a:outerShdw blurRad="393700" dist="215900">
              <a:srgbClr val="171717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2066A-1DEF-944F-57FD-FA0D72A4935F}"/>
              </a:ext>
            </a:extLst>
          </p:cNvPr>
          <p:cNvSpPr txBox="1"/>
          <p:nvPr/>
        </p:nvSpPr>
        <p:spPr>
          <a:xfrm>
            <a:off x="1189437" y="1199329"/>
            <a:ext cx="1095467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/>
                <a:ea typeface="STXingkai"/>
              </a:rPr>
              <a:t>Global </a:t>
            </a:r>
            <a:r>
              <a:rPr lang="en-US" sz="9600" b="1" err="1">
                <a:solidFill>
                  <a:schemeClr val="tx1">
                    <a:lumMod val="85000"/>
                    <a:lumOff val="15000"/>
                  </a:schemeClr>
                </a:solidFill>
                <a:latin typeface="Georgia"/>
                <a:ea typeface="STXingkai"/>
              </a:rPr>
              <a:t>Youtube</a:t>
            </a:r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/>
                <a:ea typeface="STXingkai"/>
              </a:rPr>
              <a:t> Statistics Dashboard</a:t>
            </a:r>
          </a:p>
        </p:txBody>
      </p:sp>
    </p:spTree>
    <p:extLst>
      <p:ext uri="{BB962C8B-B14F-4D97-AF65-F5344CB8AC3E}">
        <p14:creationId xmlns:p14="http://schemas.microsoft.com/office/powerpoint/2010/main" val="2020009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D1C799-F74A-ACDF-C27A-D6B565079AD7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AB6AA014-D7B7-C2B4-DDEE-CFB63C51F242}"/>
              </a:ext>
            </a:extLst>
          </p:cNvPr>
          <p:cNvSpPr/>
          <p:nvPr/>
        </p:nvSpPr>
        <p:spPr>
          <a:xfrm rot="13260000">
            <a:off x="8169708" y="7155416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EFAEEFA2-B26D-D686-EB58-2264CBED3329}"/>
              </a:ext>
            </a:extLst>
          </p:cNvPr>
          <p:cNvSpPr/>
          <p:nvPr/>
        </p:nvSpPr>
        <p:spPr>
          <a:xfrm rot="11820000">
            <a:off x="8145381" y="16591706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E8224C-F2DE-B0AB-4BE2-1E06AEA42D22}"/>
              </a:ext>
            </a:extLst>
          </p:cNvPr>
          <p:cNvSpPr/>
          <p:nvPr/>
        </p:nvSpPr>
        <p:spPr>
          <a:xfrm>
            <a:off x="6096001" y="-2278601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7C35C6-B514-BF1F-57BE-F5936BF54F77}"/>
              </a:ext>
            </a:extLst>
          </p:cNvPr>
          <p:cNvSpPr/>
          <p:nvPr/>
        </p:nvSpPr>
        <p:spPr>
          <a:xfrm>
            <a:off x="-5807476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18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F8C37-B8A5-846A-B9EE-330DC9AE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03771-B07C-6C23-8933-E204B63A213F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9ED8549C-BCB2-38D8-EB1C-67C8AD62032A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F9B6B128-22B4-A553-EAF9-5BDE3206D0F4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324EDB-04EC-DB59-AAEA-C1D37A70E66A}"/>
              </a:ext>
            </a:extLst>
          </p:cNvPr>
          <p:cNvSpPr/>
          <p:nvPr/>
        </p:nvSpPr>
        <p:spPr>
          <a:xfrm>
            <a:off x="5829671" y="2478350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F7EA6F-ABDE-BA28-2312-99C2E0F33AC0}"/>
              </a:ext>
            </a:extLst>
          </p:cNvPr>
          <p:cNvSpPr/>
          <p:nvPr/>
        </p:nvSpPr>
        <p:spPr>
          <a:xfrm>
            <a:off x="184952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e chart with numbers and a red border">
            <a:extLst>
              <a:ext uri="{FF2B5EF4-FFF2-40B4-BE49-F238E27FC236}">
                <a16:creationId xmlns:a16="http://schemas.microsoft.com/office/drawing/2014/main" id="{108D1EDF-4AFB-92E0-165A-DD6E687A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40" y="1723747"/>
            <a:ext cx="5088575" cy="3410506"/>
          </a:xfrm>
          <a:prstGeom prst="rect">
            <a:avLst/>
          </a:prstGeom>
          <a:ln w="571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BF2DB8-153A-3FF7-DA17-6B26E520D2EE}"/>
              </a:ext>
            </a:extLst>
          </p:cNvPr>
          <p:cNvSpPr txBox="1"/>
          <p:nvPr/>
        </p:nvSpPr>
        <p:spPr>
          <a:xfrm>
            <a:off x="6095999" y="3136776"/>
            <a:ext cx="325514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/>
              </a:rPr>
              <a:t>Top 5 Category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481B7BC5-B573-F66C-1F13-CBB4B72D0D37}"/>
              </a:ext>
            </a:extLst>
          </p:cNvPr>
          <p:cNvSpPr/>
          <p:nvPr/>
        </p:nvSpPr>
        <p:spPr>
          <a:xfrm>
            <a:off x="10327689" y="2818659"/>
            <a:ext cx="1316854" cy="122807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8038C-7DDB-CD4F-6C00-DEF846571D88}"/>
              </a:ext>
            </a:extLst>
          </p:cNvPr>
          <p:cNvSpPr txBox="1"/>
          <p:nvPr/>
        </p:nvSpPr>
        <p:spPr>
          <a:xfrm>
            <a:off x="10638406" y="2806766"/>
            <a:ext cx="100613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5430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7388-36F5-499F-B5C2-A5960136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EC63AD-6616-6A48-296A-6619EC66100E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29CD3B74-C115-020D-4C19-9833CD3F7D28}"/>
              </a:ext>
            </a:extLst>
          </p:cNvPr>
          <p:cNvSpPr/>
          <p:nvPr/>
        </p:nvSpPr>
        <p:spPr>
          <a:xfrm rot="13260000">
            <a:off x="8169708" y="7155416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B6E18929-C2D6-9A79-EDDE-C7EFAB163F42}"/>
              </a:ext>
            </a:extLst>
          </p:cNvPr>
          <p:cNvSpPr/>
          <p:nvPr/>
        </p:nvSpPr>
        <p:spPr>
          <a:xfrm rot="11820000">
            <a:off x="8145381" y="16591706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33ABE5-1467-6323-7731-3AB7D1F240AB}"/>
              </a:ext>
            </a:extLst>
          </p:cNvPr>
          <p:cNvSpPr/>
          <p:nvPr/>
        </p:nvSpPr>
        <p:spPr>
          <a:xfrm>
            <a:off x="6096001" y="-2278601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323FA8-3472-59DF-A8FC-6D688750F2B0}"/>
              </a:ext>
            </a:extLst>
          </p:cNvPr>
          <p:cNvSpPr/>
          <p:nvPr/>
        </p:nvSpPr>
        <p:spPr>
          <a:xfrm>
            <a:off x="-5807476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44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E84B-9479-7863-1BBB-F54AC871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C4462B-94EA-B0AC-119E-7F9B761413FE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734B4FC5-7BE6-F507-D2CF-6CCE4B676589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DAF2A980-1164-D783-F8E3-240433BD30B0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2425F1-E483-3F3D-A301-51969D7E3F78}"/>
              </a:ext>
            </a:extLst>
          </p:cNvPr>
          <p:cNvSpPr/>
          <p:nvPr/>
        </p:nvSpPr>
        <p:spPr>
          <a:xfrm>
            <a:off x="5829671" y="2478350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120B49-7430-7CE1-B254-BBC648FEC052}"/>
              </a:ext>
            </a:extLst>
          </p:cNvPr>
          <p:cNvSpPr/>
          <p:nvPr/>
        </p:nvSpPr>
        <p:spPr>
          <a:xfrm>
            <a:off x="184952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showing the top 5 youtuber by views">
            <a:extLst>
              <a:ext uri="{FF2B5EF4-FFF2-40B4-BE49-F238E27FC236}">
                <a16:creationId xmlns:a16="http://schemas.microsoft.com/office/drawing/2014/main" id="{8C699219-139A-C672-E286-99FA64BD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4" y="1553592"/>
            <a:ext cx="5206867" cy="375081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30E139-EA3C-627A-74AA-6162B340B28A}"/>
              </a:ext>
            </a:extLst>
          </p:cNvPr>
          <p:cNvSpPr txBox="1"/>
          <p:nvPr/>
        </p:nvSpPr>
        <p:spPr>
          <a:xfrm>
            <a:off x="6051611" y="2692892"/>
            <a:ext cx="334392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/>
              </a:rPr>
              <a:t>Top 5 Youtubers by Views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2FBB218-A226-AA0C-5210-1DB6EDBFEAD4}"/>
              </a:ext>
            </a:extLst>
          </p:cNvPr>
          <p:cNvSpPr/>
          <p:nvPr/>
        </p:nvSpPr>
        <p:spPr>
          <a:xfrm>
            <a:off x="10105747" y="2692892"/>
            <a:ext cx="1805126" cy="171634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1DE768-9735-2C10-2138-136923C24D2E}"/>
              </a:ext>
            </a:extLst>
          </p:cNvPr>
          <p:cNvSpPr txBox="1"/>
          <p:nvPr/>
        </p:nvSpPr>
        <p:spPr>
          <a:xfrm>
            <a:off x="10638408" y="2840854"/>
            <a:ext cx="139083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774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51E31-04AA-B8F2-BB09-B9B6FDFB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498A53-2993-9D12-3B06-2E48EBE1189B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EA4F59D0-EFA0-C65E-D20B-A74980D46335}"/>
              </a:ext>
            </a:extLst>
          </p:cNvPr>
          <p:cNvSpPr/>
          <p:nvPr/>
        </p:nvSpPr>
        <p:spPr>
          <a:xfrm rot="13260000">
            <a:off x="8169708" y="7155416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E9F08B89-2BF0-C9D5-DF49-B967106D5B34}"/>
              </a:ext>
            </a:extLst>
          </p:cNvPr>
          <p:cNvSpPr/>
          <p:nvPr/>
        </p:nvSpPr>
        <p:spPr>
          <a:xfrm rot="11820000">
            <a:off x="8145381" y="16591706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6FBF71-1DEA-BD1F-BE68-87E582CFE846}"/>
              </a:ext>
            </a:extLst>
          </p:cNvPr>
          <p:cNvSpPr/>
          <p:nvPr/>
        </p:nvSpPr>
        <p:spPr>
          <a:xfrm>
            <a:off x="6096001" y="-2278601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F60FAE-297C-12CF-432C-5659325B5CBC}"/>
              </a:ext>
            </a:extLst>
          </p:cNvPr>
          <p:cNvSpPr/>
          <p:nvPr/>
        </p:nvSpPr>
        <p:spPr>
          <a:xfrm>
            <a:off x="-5807476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22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99C2-6D50-8FCF-FA7D-1492844C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7AD68A-7E2B-471D-E31E-2D941A3B0E84}"/>
              </a:ext>
            </a:extLst>
          </p:cNvPr>
          <p:cNvSpPr/>
          <p:nvPr/>
        </p:nvSpPr>
        <p:spPr>
          <a:xfrm>
            <a:off x="0" y="-7397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408A53E7-2513-D781-B800-303873BB5B45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942CF3C3-2557-5395-6127-1B0469273F92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C0C8C4-8CF6-F50A-F26E-5ED3908360E8}"/>
              </a:ext>
            </a:extLst>
          </p:cNvPr>
          <p:cNvSpPr/>
          <p:nvPr/>
        </p:nvSpPr>
        <p:spPr>
          <a:xfrm>
            <a:off x="5829671" y="2478350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3777FC-384A-7B65-8F74-0D11F9FA032D}"/>
              </a:ext>
            </a:extLst>
          </p:cNvPr>
          <p:cNvSpPr/>
          <p:nvPr/>
        </p:nvSpPr>
        <p:spPr>
          <a:xfrm>
            <a:off x="184952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A8922890-226C-B4DF-9B03-F5ACD2784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06" y="1676615"/>
            <a:ext cx="5193439" cy="3504770"/>
          </a:xfrm>
          <a:prstGeom prst="rect">
            <a:avLst/>
          </a:prstGeom>
          <a:ln w="571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5E0882-F4D4-9D4D-962C-E4E6D5D59D8D}"/>
              </a:ext>
            </a:extLst>
          </p:cNvPr>
          <p:cNvSpPr txBox="1"/>
          <p:nvPr/>
        </p:nvSpPr>
        <p:spPr>
          <a:xfrm>
            <a:off x="6214369" y="2648505"/>
            <a:ext cx="334392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/>
              </a:rPr>
              <a:t>Top 5 Youtubers by Uploads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B39801D-DAB2-FC27-FAEF-6335E6D7F39A}"/>
              </a:ext>
            </a:extLst>
          </p:cNvPr>
          <p:cNvSpPr/>
          <p:nvPr/>
        </p:nvSpPr>
        <p:spPr>
          <a:xfrm>
            <a:off x="10076155" y="3062795"/>
            <a:ext cx="1790330" cy="168675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36E50-FAF7-4CE4-D6E6-5B8F0B220297}"/>
              </a:ext>
            </a:extLst>
          </p:cNvPr>
          <p:cNvSpPr txBox="1"/>
          <p:nvPr/>
        </p:nvSpPr>
        <p:spPr>
          <a:xfrm>
            <a:off x="10512640" y="3181164"/>
            <a:ext cx="223421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6829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3777-7420-A11D-BFD5-A24B52B3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1B5A0F-FE77-EC01-80A8-9CDFBEBADFB8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5E80BA21-E95F-765B-AABB-4B541D4938EE}"/>
              </a:ext>
            </a:extLst>
          </p:cNvPr>
          <p:cNvSpPr/>
          <p:nvPr/>
        </p:nvSpPr>
        <p:spPr>
          <a:xfrm rot="13260000">
            <a:off x="8169708" y="7155416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DF36865B-E47A-A578-9A9A-3A8C7E92C7F0}"/>
              </a:ext>
            </a:extLst>
          </p:cNvPr>
          <p:cNvSpPr/>
          <p:nvPr/>
        </p:nvSpPr>
        <p:spPr>
          <a:xfrm rot="11820000">
            <a:off x="8145381" y="16591706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ADC0B0-4C6B-D730-DFAD-230A6FC1BEFA}"/>
              </a:ext>
            </a:extLst>
          </p:cNvPr>
          <p:cNvSpPr/>
          <p:nvPr/>
        </p:nvSpPr>
        <p:spPr>
          <a:xfrm>
            <a:off x="6096001" y="-2278601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471F6C-DACF-739D-E59D-9CB5206508D2}"/>
              </a:ext>
            </a:extLst>
          </p:cNvPr>
          <p:cNvSpPr/>
          <p:nvPr/>
        </p:nvSpPr>
        <p:spPr>
          <a:xfrm>
            <a:off x="-5807476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87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DEA3-C69F-4CAC-AB77-524B86C5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AF6E4A-D990-32BE-0B1C-3BF91973559E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B1354FC5-F618-AEBA-FE0A-1C8CC40D1E7F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F3264FF0-489B-B722-A694-BB29C73D86E1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61E267-E54A-84F0-F1D8-2650711DEEBD}"/>
              </a:ext>
            </a:extLst>
          </p:cNvPr>
          <p:cNvSpPr/>
          <p:nvPr/>
        </p:nvSpPr>
        <p:spPr>
          <a:xfrm>
            <a:off x="5829671" y="2478350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DB4F23-4F6C-3BD2-DF7F-9F4378CE1F8C}"/>
              </a:ext>
            </a:extLst>
          </p:cNvPr>
          <p:cNvSpPr/>
          <p:nvPr/>
        </p:nvSpPr>
        <p:spPr>
          <a:xfrm>
            <a:off x="184952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graph">
            <a:extLst>
              <a:ext uri="{FF2B5EF4-FFF2-40B4-BE49-F238E27FC236}">
                <a16:creationId xmlns:a16="http://schemas.microsoft.com/office/drawing/2014/main" id="{7A862432-CBDD-5015-50E1-D6D070F1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24" y="1538795"/>
            <a:ext cx="5159408" cy="378040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019F66-13BE-EC82-B235-0FDF11DD73E1}"/>
              </a:ext>
            </a:extLst>
          </p:cNvPr>
          <p:cNvSpPr txBox="1"/>
          <p:nvPr/>
        </p:nvSpPr>
        <p:spPr>
          <a:xfrm>
            <a:off x="6081203" y="2722485"/>
            <a:ext cx="331433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/>
              </a:rPr>
              <a:t>Top 5 Youtubers by Subscribers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463409E-25B2-A5E7-1E6B-1951B5F3611B}"/>
              </a:ext>
            </a:extLst>
          </p:cNvPr>
          <p:cNvSpPr/>
          <p:nvPr/>
        </p:nvSpPr>
        <p:spPr>
          <a:xfrm>
            <a:off x="10105747" y="2567125"/>
            <a:ext cx="1834718" cy="1731145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FA79D-E70B-6285-196B-BA08E8FEDADA}"/>
              </a:ext>
            </a:extLst>
          </p:cNvPr>
          <p:cNvSpPr txBox="1"/>
          <p:nvPr/>
        </p:nvSpPr>
        <p:spPr>
          <a:xfrm>
            <a:off x="10616213" y="2729883"/>
            <a:ext cx="223421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5703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FE4C-03D1-CDB3-A6F3-4F1F8F39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F1795-EC36-817F-334F-51ACA98D44B6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470168BD-721F-09C1-60DA-1D44E8A252A5}"/>
              </a:ext>
            </a:extLst>
          </p:cNvPr>
          <p:cNvSpPr/>
          <p:nvPr/>
        </p:nvSpPr>
        <p:spPr>
          <a:xfrm rot="13260000">
            <a:off x="8169708" y="7155416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1073196D-D076-1E0A-FEA2-0F6484549FF9}"/>
              </a:ext>
            </a:extLst>
          </p:cNvPr>
          <p:cNvSpPr/>
          <p:nvPr/>
        </p:nvSpPr>
        <p:spPr>
          <a:xfrm rot="11820000">
            <a:off x="8145381" y="16591706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8DED69-8540-608E-6EFB-D0525BC150B1}"/>
              </a:ext>
            </a:extLst>
          </p:cNvPr>
          <p:cNvSpPr/>
          <p:nvPr/>
        </p:nvSpPr>
        <p:spPr>
          <a:xfrm>
            <a:off x="6096001" y="-2278601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D4BB63-DF5C-A577-E0AE-3B658DCF84CC}"/>
              </a:ext>
            </a:extLst>
          </p:cNvPr>
          <p:cNvSpPr/>
          <p:nvPr/>
        </p:nvSpPr>
        <p:spPr>
          <a:xfrm>
            <a:off x="-5807476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34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6026-6AD4-583B-7A24-353B97B2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EB9F85-8C32-A676-EFCE-9EA82A71326F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CFC239AF-1CAB-12C2-D811-7F3CA925C8E7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88262176-000B-9DE3-9505-EFDFD8482B59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D9C75E-F8A3-DC4B-B96F-BE41E30FEFE2}"/>
              </a:ext>
            </a:extLst>
          </p:cNvPr>
          <p:cNvSpPr/>
          <p:nvPr/>
        </p:nvSpPr>
        <p:spPr>
          <a:xfrm>
            <a:off x="5829671" y="2478350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1EAF49-75B7-1238-A2EA-B6F410B6B923}"/>
              </a:ext>
            </a:extLst>
          </p:cNvPr>
          <p:cNvSpPr/>
          <p:nvPr/>
        </p:nvSpPr>
        <p:spPr>
          <a:xfrm>
            <a:off x="184952" y="406894"/>
            <a:ext cx="5526348" cy="6044213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showing the number of earners">
            <a:extLst>
              <a:ext uri="{FF2B5EF4-FFF2-40B4-BE49-F238E27FC236}">
                <a16:creationId xmlns:a16="http://schemas.microsoft.com/office/drawing/2014/main" id="{E917D873-F652-4CD3-96B1-76CBC4E68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2" y="1487010"/>
            <a:ext cx="5217351" cy="388398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924DD7-0905-B7EF-0D81-6A3D897CC322}"/>
              </a:ext>
            </a:extLst>
          </p:cNvPr>
          <p:cNvSpPr txBox="1"/>
          <p:nvPr/>
        </p:nvSpPr>
        <p:spPr>
          <a:xfrm>
            <a:off x="6110796" y="2722485"/>
            <a:ext cx="329953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/>
              </a:rPr>
              <a:t>Top 10 Earners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CFB5B42-C581-28CA-E351-7EB4DE2629FE}"/>
              </a:ext>
            </a:extLst>
          </p:cNvPr>
          <p:cNvSpPr/>
          <p:nvPr/>
        </p:nvSpPr>
        <p:spPr>
          <a:xfrm>
            <a:off x="10117016" y="2614247"/>
            <a:ext cx="1793630" cy="1664676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C5639-C364-DAEB-8122-E7F46B43B865}"/>
              </a:ext>
            </a:extLst>
          </p:cNvPr>
          <p:cNvSpPr txBox="1"/>
          <p:nvPr/>
        </p:nvSpPr>
        <p:spPr>
          <a:xfrm>
            <a:off x="10667999" y="2708030"/>
            <a:ext cx="1524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5341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BD81-4C1A-E2BD-FD15-A4777900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2DE5E5-325F-6C7E-DD06-C2DAE9F6C9AD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32836D86-4180-8D61-93B0-F0941265434E}"/>
              </a:ext>
            </a:extLst>
          </p:cNvPr>
          <p:cNvSpPr/>
          <p:nvPr/>
        </p:nvSpPr>
        <p:spPr>
          <a:xfrm rot="13260000">
            <a:off x="8169708" y="7155416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3EC41156-9DB1-42F7-644E-D6D61B29C08D}"/>
              </a:ext>
            </a:extLst>
          </p:cNvPr>
          <p:cNvSpPr/>
          <p:nvPr/>
        </p:nvSpPr>
        <p:spPr>
          <a:xfrm rot="11820000">
            <a:off x="8145381" y="16591706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D1B959-C991-B219-146A-F824160DB542}"/>
              </a:ext>
            </a:extLst>
          </p:cNvPr>
          <p:cNvSpPr/>
          <p:nvPr/>
        </p:nvSpPr>
        <p:spPr>
          <a:xfrm>
            <a:off x="6096001" y="-2278601"/>
            <a:ext cx="3765610" cy="1901301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50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557C-8198-4D8F-52EE-79CAB0DD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09CEA-6A4C-3E78-14C6-83E773069C18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D09E4EA7-F12D-DFF6-C5FC-5FD735CF9DAE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D55DBD4C-0C9E-93B1-18A1-35BD47EA4DC0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819A13-D585-E7F9-080F-E359958D0B0E}"/>
              </a:ext>
            </a:extLst>
          </p:cNvPr>
          <p:cNvSpPr/>
          <p:nvPr/>
        </p:nvSpPr>
        <p:spPr>
          <a:xfrm>
            <a:off x="185010" y="174765"/>
            <a:ext cx="8982379" cy="764164"/>
          </a:xfrm>
          <a:prstGeom prst="round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6C63ED-79BF-D42F-658D-7D36976A0921}"/>
              </a:ext>
            </a:extLst>
          </p:cNvPr>
          <p:cNvSpPr/>
          <p:nvPr/>
        </p:nvSpPr>
        <p:spPr>
          <a:xfrm>
            <a:off x="184952" y="1075109"/>
            <a:ext cx="8984654" cy="5504952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726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video statistics report&#10;&#10;AI-generated content may be incorrect.">
            <a:extLst>
              <a:ext uri="{FF2B5EF4-FFF2-40B4-BE49-F238E27FC236}">
                <a16:creationId xmlns:a16="http://schemas.microsoft.com/office/drawing/2014/main" id="{EB755C72-5101-1B1B-7E66-833DF252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2" y="1613810"/>
            <a:ext cx="8505093" cy="4579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3F09C8-140F-F792-E23A-E50367ECBC7F}"/>
              </a:ext>
            </a:extLst>
          </p:cNvPr>
          <p:cNvSpPr txBox="1"/>
          <p:nvPr/>
        </p:nvSpPr>
        <p:spPr>
          <a:xfrm>
            <a:off x="1735014" y="199293"/>
            <a:ext cx="87219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mic Sans MS"/>
              </a:rPr>
              <a:t>Full Detailed Dashboard</a:t>
            </a:r>
          </a:p>
        </p:txBody>
      </p:sp>
    </p:spTree>
    <p:extLst>
      <p:ext uri="{BB962C8B-B14F-4D97-AF65-F5344CB8AC3E}">
        <p14:creationId xmlns:p14="http://schemas.microsoft.com/office/powerpoint/2010/main" val="89505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99FA-7028-3EE8-C063-837B7CB7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7D6CD-E530-DDF8-ECEF-A4FA709EFDCF}"/>
              </a:ext>
            </a:extLst>
          </p:cNvPr>
          <p:cNvSpPr/>
          <p:nvPr/>
        </p:nvSpPr>
        <p:spPr>
          <a:xfrm>
            <a:off x="0" y="-5403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77CECB5B-E258-9CA8-FEE2-28C4C60B2028}"/>
              </a:ext>
            </a:extLst>
          </p:cNvPr>
          <p:cNvSpPr/>
          <p:nvPr/>
        </p:nvSpPr>
        <p:spPr>
          <a:xfrm rot="13260000">
            <a:off x="8243689" y="7311247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DF3B1E97-E2EE-741A-E645-7A297B2CDF23}"/>
              </a:ext>
            </a:extLst>
          </p:cNvPr>
          <p:cNvSpPr/>
          <p:nvPr/>
        </p:nvSpPr>
        <p:spPr>
          <a:xfrm rot="11820000">
            <a:off x="7953031" y="14068968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4CAB98-D6AA-3C16-C56D-69B6F218BCE7}"/>
              </a:ext>
            </a:extLst>
          </p:cNvPr>
          <p:cNvSpPr/>
          <p:nvPr/>
        </p:nvSpPr>
        <p:spPr>
          <a:xfrm>
            <a:off x="360399" y="-4824461"/>
            <a:ext cx="8536901" cy="4480377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50192-DAA5-DE3B-C8AA-823F1FF74B56}"/>
              </a:ext>
            </a:extLst>
          </p:cNvPr>
          <p:cNvSpPr txBox="1"/>
          <p:nvPr/>
        </p:nvSpPr>
        <p:spPr>
          <a:xfrm>
            <a:off x="1952176" y="-6511585"/>
            <a:ext cx="534515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9544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E997-4BBD-0693-D03B-429B45676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1B35DF-FCDC-756A-0AC6-5B5B0645EC08}"/>
              </a:ext>
            </a:extLst>
          </p:cNvPr>
          <p:cNvSpPr/>
          <p:nvPr/>
        </p:nvSpPr>
        <p:spPr>
          <a:xfrm>
            <a:off x="0" y="1"/>
            <a:ext cx="12191999" cy="6857998"/>
          </a:xfrm>
          <a:prstGeom prst="rect">
            <a:avLst/>
          </a:prstGeom>
          <a:solidFill>
            <a:srgbClr val="FFC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3204BC82-BCDA-4C00-9242-4A5D70076C8E}"/>
              </a:ext>
            </a:extLst>
          </p:cNvPr>
          <p:cNvSpPr/>
          <p:nvPr/>
        </p:nvSpPr>
        <p:spPr>
          <a:xfrm rot="13260000">
            <a:off x="8243689" y="193843"/>
            <a:ext cx="3380912" cy="7442445"/>
          </a:xfrm>
          <a:prstGeom prst="moon">
            <a:avLst/>
          </a:prstGeom>
          <a:solidFill>
            <a:srgbClr val="FF1919"/>
          </a:solidFill>
          <a:ln>
            <a:noFill/>
          </a:ln>
          <a:effectLst>
            <a:outerShdw blurRad="393700" dist="215900" dir="97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on 3">
            <a:extLst>
              <a:ext uri="{FF2B5EF4-FFF2-40B4-BE49-F238E27FC236}">
                <a16:creationId xmlns:a16="http://schemas.microsoft.com/office/drawing/2014/main" id="{71FB6F9B-9107-3569-BBE0-AA614C3CD5FC}"/>
              </a:ext>
            </a:extLst>
          </p:cNvPr>
          <p:cNvSpPr/>
          <p:nvPr/>
        </p:nvSpPr>
        <p:spPr>
          <a:xfrm rot="11820000">
            <a:off x="7953031" y="423223"/>
            <a:ext cx="3965358" cy="6961571"/>
          </a:xfrm>
          <a:prstGeom prst="moon">
            <a:avLst/>
          </a:prstGeom>
          <a:solidFill>
            <a:srgbClr val="FF4141"/>
          </a:solidFill>
          <a:ln>
            <a:noFill/>
          </a:ln>
          <a:effectLst>
            <a:outerShdw blurRad="393700" dist="215900" dir="1410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D1690E-6D8D-0F91-E4BD-CDC1C1808050}"/>
              </a:ext>
            </a:extLst>
          </p:cNvPr>
          <p:cNvSpPr/>
          <p:nvPr/>
        </p:nvSpPr>
        <p:spPr>
          <a:xfrm>
            <a:off x="354995" y="309581"/>
            <a:ext cx="8536901" cy="4480377"/>
          </a:xfrm>
          <a:prstGeom prst="round2DiagRect">
            <a:avLst/>
          </a:prstGeom>
          <a:solidFill>
            <a:srgbClr val="FFA0A0"/>
          </a:solidFill>
          <a:ln>
            <a:noFill/>
          </a:ln>
          <a:effectLst>
            <a:outerShdw blurRad="393700" dist="215900" dir="432000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373C7F-BE92-B6DD-B21B-668B4F1F8F0C}"/>
              </a:ext>
            </a:extLst>
          </p:cNvPr>
          <p:cNvSpPr txBox="1"/>
          <p:nvPr/>
        </p:nvSpPr>
        <p:spPr>
          <a:xfrm>
            <a:off x="1952176" y="1756925"/>
            <a:ext cx="534515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TXingkai"/>
                <a:ea typeface="STXingka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83377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VeniceBeachVTI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673</cp:revision>
  <dcterms:created xsi:type="dcterms:W3CDTF">2025-12-07T14:53:14Z</dcterms:created>
  <dcterms:modified xsi:type="dcterms:W3CDTF">2025-12-08T03:17:41Z</dcterms:modified>
</cp:coreProperties>
</file>